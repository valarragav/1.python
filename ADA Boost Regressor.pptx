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3D71-AB43-2952-74D9-43694121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ADA Boost Regressor</a:t>
            </a:r>
            <a:br>
              <a:rPr lang="en-IN" dirty="0"/>
            </a:br>
            <a:r>
              <a:rPr lang="en-IN" sz="1300" dirty="0"/>
              <a:t>- A Meta-estimator USED IN ENSEMBLE LEARNING FOR REGRESSION TASKS.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6D17C-6EB2-DD89-0FC4-9B96E002D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Boosts the accuracy of the original learning algorithm by combining multiple weak learners into a strong classifier.</a:t>
            </a:r>
          </a:p>
          <a:p>
            <a:r>
              <a:rPr lang="en-US" dirty="0"/>
              <a:t>Focus more on data points that were misclassified in previous rounds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768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FF5D-3C02-F18A-40CA-523DE039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900" dirty="0"/>
              <a:t>Ada Boost -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11F0D-B91D-5631-CB77-F43AB4CAA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AdaBoost significantly enhances the performance of weak learners</a:t>
            </a:r>
          </a:p>
          <a:p>
            <a:r>
              <a:rPr lang="en-US" dirty="0"/>
              <a:t>By focusing on misclassified samples, it builds a strong classifier that often outperforms single models</a:t>
            </a:r>
          </a:p>
          <a:p>
            <a:r>
              <a:rPr lang="en-US" dirty="0"/>
              <a:t>Helps reduce bias by combining multiple weak learners.</a:t>
            </a:r>
          </a:p>
          <a:p>
            <a:r>
              <a:rPr lang="en-US" dirty="0"/>
              <a:t>Can be applied to both classification and regression tasks.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078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21BC153-4C73-9714-82B5-958A5DCD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70320"/>
          </a:xfrm>
        </p:spPr>
        <p:txBody>
          <a:bodyPr/>
          <a:lstStyle/>
          <a:p>
            <a:r>
              <a:rPr lang="en-IN" sz="2900" dirty="0"/>
              <a:t>Ada Booster – Pictorial Representation</a:t>
            </a:r>
          </a:p>
        </p:txBody>
      </p:sp>
      <p:pic>
        <p:nvPicPr>
          <p:cNvPr id="6" name="Content Placeholder 5" descr="A diagram of a data flow&#10;&#10;AI-generated content may be incorrect.">
            <a:extLst>
              <a:ext uri="{FF2B5EF4-FFF2-40B4-BE49-F238E27FC236}">
                <a16:creationId xmlns:a16="http://schemas.microsoft.com/office/drawing/2014/main" id="{1529A269-649C-A8D9-FA2B-9E64AFA832F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137492" y="2019402"/>
            <a:ext cx="6013450" cy="324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4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188E-9AAF-954C-5DB7-C9988C7F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Derivation of R value with different parameters  </a:t>
            </a:r>
            <a:r>
              <a:rPr lang="en-IN" sz="1800" dirty="0"/>
              <a:t>(Verified for Insurance predictor dataset)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F1ADA9-83B9-FE2F-4922-5454A56B5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220818"/>
              </p:ext>
            </p:extLst>
          </p:nvPr>
        </p:nvGraphicFramePr>
        <p:xfrm>
          <a:off x="1450975" y="2016125"/>
          <a:ext cx="960437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729">
                  <a:extLst>
                    <a:ext uri="{9D8B030D-6E8A-4147-A177-3AD203B41FA5}">
                      <a16:colId xmlns:a16="http://schemas.microsoft.com/office/drawing/2014/main" val="1888107583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315583332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134706378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1484501962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779015855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248401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Base_estimator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Learning_rate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N_estimators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Randon_state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 </a:t>
                      </a:r>
                      <a:r>
                        <a:rPr lang="en-IN" dirty="0" err="1"/>
                        <a:t>Vaue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83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357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538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ill Sans MT" panose="020B05020201040202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Exponential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ill Sans MT" panose="020B05020201040202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55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Exponential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ill Sans MT" panose="020B05020201040202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45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63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6543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354</TotalTime>
  <Words>162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Gallery</vt:lpstr>
      <vt:lpstr>ADA Boost Regressor - A Meta-estimator USED IN ENSEMBLE LEARNING FOR REGRESSION TASKS. </vt:lpstr>
      <vt:lpstr>Ada Boost - Advantages</vt:lpstr>
      <vt:lpstr>Ada Booster – Pictorial Representation</vt:lpstr>
      <vt:lpstr>Derivation of R value with different parameters  (Verified for Insurance predictor dataset)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Valar G</dc:creator>
  <cp:lastModifiedBy>Valar G</cp:lastModifiedBy>
  <cp:revision>3</cp:revision>
  <dcterms:created xsi:type="dcterms:W3CDTF">2025-12-15T08:30:06Z</dcterms:created>
  <dcterms:modified xsi:type="dcterms:W3CDTF">2025-12-15T14:24:50Z</dcterms:modified>
</cp:coreProperties>
</file>